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822525af6041c6" /><Relationship Type="http://schemas.openxmlformats.org/officeDocument/2006/relationships/extended-properties" Target="/docProps/app.xml" Id="Raa1802cf34c2435f" /><Relationship Type="http://schemas.openxmlformats.org/officeDocument/2006/relationships/officeDocument" Target="/ppt/presentation.xml" Id="R0ca053b1e8db42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9db79444854745"/>
  </p:sldMasterIdLst>
  <p:notesMasterIdLst>
    <p:notesMasterId xmlns:r="http://schemas.openxmlformats.org/officeDocument/2006/relationships" r:id="Rdd33359ef5504bdf"/>
  </p:notesMasterIdLst>
  <p:sldIdLst>
    <p:sldId xmlns:r="http://schemas.openxmlformats.org/officeDocument/2006/relationships" id="256" r:id="Ref68f08b5ef4462f"/>
    <p:sldId xmlns:r="http://schemas.openxmlformats.org/officeDocument/2006/relationships" id="257" r:id="R92bcd243ee984001"/>
    <p:sldId xmlns:r="http://schemas.openxmlformats.org/officeDocument/2006/relationships" id="258" r:id="Re521ae1e79fa4eee"/>
    <p:sldId xmlns:r="http://schemas.openxmlformats.org/officeDocument/2006/relationships" id="259" r:id="Rf773583a50bd4f8e"/>
    <p:sldId xmlns:r="http://schemas.openxmlformats.org/officeDocument/2006/relationships" id="260" r:id="Ree9f7b0569834f7b"/>
    <p:sldId xmlns:r="http://schemas.openxmlformats.org/officeDocument/2006/relationships" id="261" r:id="Rf47c958dc204407e"/>
    <p:sldId xmlns:r="http://schemas.openxmlformats.org/officeDocument/2006/relationships" id="262" r:id="R8157771fd4634937"/>
    <p:sldId xmlns:r="http://schemas.openxmlformats.org/officeDocument/2006/relationships" id="263" r:id="R30dccdf374d14f11"/>
  </p:sldIdLst>
  <p:sldSz cx="13716000" cy="7715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2e3d4ba6904882" /><Relationship Type="http://schemas.openxmlformats.org/officeDocument/2006/relationships/slideMaster" Target="/ppt/slideMasters/slideMaster1.xml" Id="Rfd9db79444854745" /><Relationship Type="http://schemas.openxmlformats.org/officeDocument/2006/relationships/notesMaster" Target="/ppt/notesMasters/notesMaster1.xml" Id="Rdd33359ef5504bdf" /><Relationship Type="http://schemas.openxmlformats.org/officeDocument/2006/relationships/presProps" Target="/ppt/presProps.xml" Id="R80fe928ff93a4324" /><Relationship Type="http://schemas.openxmlformats.org/officeDocument/2006/relationships/tableStyles" Target="/ppt/tableStyles.xml" Id="R96463a04f7a6421c" /><Relationship Type="http://schemas.openxmlformats.org/officeDocument/2006/relationships/slide" Target="/ppt/slides/slide1.xml" Id="Ref68f08b5ef4462f" /><Relationship Type="http://schemas.openxmlformats.org/officeDocument/2006/relationships/slide" Target="/ppt/slides/slide2.xml" Id="R92bcd243ee984001" /><Relationship Type="http://schemas.openxmlformats.org/officeDocument/2006/relationships/slide" Target="/ppt/slides/slide3.xml" Id="Re521ae1e79fa4eee" /><Relationship Type="http://schemas.openxmlformats.org/officeDocument/2006/relationships/slide" Target="/ppt/slides/slide4.xml" Id="Rf773583a50bd4f8e" /><Relationship Type="http://schemas.openxmlformats.org/officeDocument/2006/relationships/slide" Target="/ppt/slides/slide5.xml" Id="Ree9f7b0569834f7b" /><Relationship Type="http://schemas.openxmlformats.org/officeDocument/2006/relationships/slide" Target="/ppt/slides/slide6.xml" Id="Rf47c958dc204407e" /><Relationship Type="http://schemas.openxmlformats.org/officeDocument/2006/relationships/slide" Target="/ppt/slides/slide7.xml" Id="R8157771fd4634937" /><Relationship Type="http://schemas.openxmlformats.org/officeDocument/2006/relationships/slide" Target="/ppt/slides/slide8.xml" Id="R30dccdf374d14f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2f28aec5854e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ddeee3e43c4be3" /><Relationship Type="http://schemas.openxmlformats.org/officeDocument/2006/relationships/notesMaster" Target="/ppt/notesMasters/notesMaster1.xml" Id="Rb4a8bbefb3804c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b37086fe6a4afd" /><Relationship Type="http://schemas.openxmlformats.org/officeDocument/2006/relationships/notesMaster" Target="/ppt/notesMasters/notesMaster1.xml" Id="R106bafff2d064f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2ee3d6b49042f7" /><Relationship Type="http://schemas.openxmlformats.org/officeDocument/2006/relationships/notesMaster" Target="/ppt/notesMasters/notesMaster1.xml" Id="Rc6f96ecc780c451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e42ba52d5b4657" /><Relationship Type="http://schemas.openxmlformats.org/officeDocument/2006/relationships/notesMaster" Target="/ppt/notesMasters/notesMaster1.xml" Id="R45efe9087348482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93b265e5224813" /><Relationship Type="http://schemas.openxmlformats.org/officeDocument/2006/relationships/notesMaster" Target="/ppt/notesMasters/notesMaster1.xml" Id="Ref9caeb0103248b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a9f14f3ad6246be" /><Relationship Type="http://schemas.openxmlformats.org/officeDocument/2006/relationships/notesMaster" Target="/ppt/notesMasters/notesMaster1.xml" Id="Rcb7f851dfb54471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007b8f271c64be8" /><Relationship Type="http://schemas.openxmlformats.org/officeDocument/2006/relationships/notesMaster" Target="/ppt/notesMasters/notesMaster1.xml" Id="R0cb9e252cea243c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e6b042764a24403" /><Relationship Type="http://schemas.openxmlformats.org/officeDocument/2006/relationships/notesMaster" Target="/ppt/notesMasters/notesMaster1.xml" Id="R30425785b0eb45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この資料は未実装の管理者支援ツールの画面案です。基本設計書 第4章のA01〜A04、L01に対応します。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試作画面 A01 管理ホーム。管理者が最初に確認する画面。登録キー、招待中、利用中、直近の管理操作を表示する。数字とメールはサンプル。 実画面ではありません。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試作画面 A02 登録キー管理。キーの平文は再表示しない。期限、状態、更新履歴、停止と新規発行の入口を示す。 実画面ではありません。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試作画面 A02 登録キー更新の確認。重要操作の前に、旧キー停止、1回限りの表示、更新理由を確認する。 実画面ではありません。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試作画面 A03 利用者管理。メール検索、登録状態、利用状態、招待・再招待・停止・再開を示す。個人の装具データは表示しない。 実画面ではありません。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試作画面 A03 利用停止の確認。利用停止の対象と理由を確認する。既発行トークンの扱いは未決定として表示する。 実画面ではありません。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試作画面 A04 操作履歴。管理操作の日時、担当者、対象、結果を表示する。秘密値を記録しない。 実画面ではありません。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試作画面 L01 初回設定支援。ローカル専用の設定支援画面案。本番環境のproject-refと実行予定作業を確認する。 実画面ではありません。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e91c3e90bb44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5ef19bfcb0457f" /><Relationship Type="http://schemas.openxmlformats.org/officeDocument/2006/relationships/slideLayout" Target="/ppt/slideLayouts/slideLayout1.xml" Id="Re779730f70184f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79730f70184f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dd3021a5124652" /><Relationship Type="http://schemas.openxmlformats.org/officeDocument/2006/relationships/notesSlide" Target="/ppt/notesSlides/notesSlide1.xml" Id="R26f0a1a7feea49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f714485bd8405b" /><Relationship Type="http://schemas.openxmlformats.org/officeDocument/2006/relationships/image" Target="/ppt/media/image.png" Id="Re7c857f78b7a4875" /><Relationship Type="http://schemas.openxmlformats.org/officeDocument/2006/relationships/notesSlide" Target="/ppt/notesSlides/notesSlide2.xml" Id="Ra13b1f1a81bf43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18ccf0962e46a0" /><Relationship Type="http://schemas.openxmlformats.org/officeDocument/2006/relationships/image" Target="/ppt/media/image2.png" Id="Rc3329c7b0b164486" /><Relationship Type="http://schemas.openxmlformats.org/officeDocument/2006/relationships/notesSlide" Target="/ppt/notesSlides/notesSlide3.xml" Id="R80d2e7ef2d0c42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fb7093045845e7" /><Relationship Type="http://schemas.openxmlformats.org/officeDocument/2006/relationships/image" Target="/ppt/media/image3.png" Id="R1239241b3ea64270" /><Relationship Type="http://schemas.openxmlformats.org/officeDocument/2006/relationships/notesSlide" Target="/ppt/notesSlides/notesSlide4.xml" Id="R7132dfdae0d845b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2968e54a2b4d48" /><Relationship Type="http://schemas.openxmlformats.org/officeDocument/2006/relationships/image" Target="/ppt/media/image4.png" Id="R41e03135b7c64ef8" /><Relationship Type="http://schemas.openxmlformats.org/officeDocument/2006/relationships/notesSlide" Target="/ppt/notesSlides/notesSlide5.xml" Id="R967a1b4fcce446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557b2cd9df4f7c" /><Relationship Type="http://schemas.openxmlformats.org/officeDocument/2006/relationships/image" Target="/ppt/media/image5.png" Id="R1a20f8b58d674e03" /><Relationship Type="http://schemas.openxmlformats.org/officeDocument/2006/relationships/notesSlide" Target="/ppt/notesSlides/notesSlide6.xml" Id="R31707d86ffcc4e5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c430e1b0344d89" /><Relationship Type="http://schemas.openxmlformats.org/officeDocument/2006/relationships/image" Target="/ppt/media/image6.png" Id="Rd340badc00b548b4" /><Relationship Type="http://schemas.openxmlformats.org/officeDocument/2006/relationships/notesSlide" Target="/ppt/notesSlides/notesSlide7.xml" Id="R06f5bdc8ffbf44c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ab5532a4d74de2" /><Relationship Type="http://schemas.openxmlformats.org/officeDocument/2006/relationships/image" Target="/ppt/media/image7.png" Id="Reaacc32086f74069" /><Relationship Type="http://schemas.openxmlformats.org/officeDocument/2006/relationships/notesSlide" Target="/ppt/notesSlides/notesSlide8.xml" Id="Rc4a52bee5b3e49b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0A7B1E-6311-4EF2-A954-22B53AC2B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85875"/>
            <a:ext cx="1181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C6245"/>
                </a:solidFill>
                <a:latin typeface="Yu Gothic UI"/>
                <a:ea typeface="Yu Gothic UI"/>
                <a:cs typeface="Yu Gothic UI"/>
              </a:defRPr>
            </a:pPr>
            <a:r>
              <a:rPr sz="2850" b="1">
                <a:solidFill>
                  <a:srgbClr val="1C6245"/>
                </a:solidFill>
                <a:latin typeface="Yu Gothic UI"/>
                <a:ea typeface="Yu Gothic UI"/>
                <a:cs typeface="Yu Gothic UI"/>
              </a:rPr>
              <a:t>装具びより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E12C8C-DC33-4DDE-9029-9FF670C4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11811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3E2C"/>
                </a:solidFill>
                <a:latin typeface="Yu Gothic UI"/>
                <a:ea typeface="Yu Gothic UI"/>
                <a:cs typeface="Yu Gothic UI"/>
              </a:defRPr>
            </a:pPr>
            <a:r>
              <a:rPr sz="4350" b="1">
                <a:solidFill>
                  <a:srgbClr val="173E2C"/>
                </a:solidFill>
                <a:latin typeface="Yu Gothic UI"/>
                <a:ea typeface="Yu Gothic UI"/>
                <a:cs typeface="Yu Gothic UI"/>
              </a:rPr>
              <a:t>管理者支援ツール 試作画面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33B4B5-EC15-4E2C-9C42-EE0EEB59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57550"/>
            <a:ext cx="1181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97A65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0">
                <a:solidFill>
                  <a:srgbClr val="597A65"/>
                </a:solidFill>
                <a:latin typeface="Yu Gothic UI"/>
                <a:ea typeface="Yu Gothic UI"/>
                <a:cs typeface="Yu Gothic UI"/>
              </a:rPr>
              <a:t>A01〜A04 と L01 の画面案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65BDC9-B26B-466C-8648-95C4C7FD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57875"/>
            <a:ext cx="1181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B8572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0">
                <a:solidFill>
                  <a:srgbClr val="6B8572"/>
                </a:solidFill>
                <a:latin typeface="Yu Gothic UI"/>
                <a:ea typeface="Yu Gothic UI"/>
                <a:cs typeface="Yu Gothic UI"/>
              </a:rPr>
              <a:t>基本設計書 第4章に対応　｜　表示データはすべてサンプル</a:t>
            </a:r>
          </a:p>
        </p:txBody>
      </p:sp>
    </p:spTree>
    <p:extLst>
      <p:ext uri="{BB962C8B-B14F-4D97-AF65-F5344CB8AC3E}">
        <p14:creationId xmlns:p14="http://schemas.microsoft.com/office/powerpoint/2010/main" val="179903666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c857f78b7a4875"/>
          <a:stretch xmlns:a="http://schemas.openxmlformats.org/drawingml/2006/main"/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096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329c7b0b164486"/>
          <a:stretch xmlns:a="http://schemas.openxmlformats.org/drawingml/2006/main"/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63681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39241b3ea64270"/>
          <a:stretch xmlns:a="http://schemas.openxmlformats.org/drawingml/2006/main"/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19795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e03135b7c64ef8"/>
          <a:stretch xmlns:a="http://schemas.openxmlformats.org/drawingml/2006/main"/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33854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20f8b58d674e03"/>
          <a:stretch xmlns:a="http://schemas.openxmlformats.org/drawingml/2006/main"/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32126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40badc00b548b4"/>
          <a:stretch xmlns:a="http://schemas.openxmlformats.org/drawingml/2006/main"/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26222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acc32086f74069"/>
          <a:stretch xmlns:a="http://schemas.openxmlformats.org/drawingml/2006/main"/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2579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2026-09-24T07:36:41.1310000Z</dcterms:created>
  <dcterms:modified xsi:type="dcterms:W3CDTF">2026-09-24T07:36:41.1320000Z</dcterms:modified>
</coreProperties>
</file>